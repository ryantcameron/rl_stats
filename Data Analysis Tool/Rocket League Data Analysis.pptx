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917"/>
    <a:srgbClr val="141414"/>
    <a:srgbClr val="191919"/>
    <a:srgbClr val="16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75C46C8-44A5-4864-9BAD-32952A4443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0F6DF6-5D98-4881-B206-841B5E898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8190" y="1894788"/>
            <a:ext cx="5351282" cy="2728012"/>
          </a:xfrm>
        </p:spPr>
        <p:txBody>
          <a:bodyPr anchor="b"/>
          <a:lstStyle>
            <a:lvl1pPr algn="ctr">
              <a:defRPr sz="6000">
                <a:latin typeface="NeueHaasGroteskDisp Pro Blk" panose="020B0A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6A00C-D6C7-4F6D-9A48-99B0F2FCD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9F959-E9E9-4A8D-83CE-6C9EEF2D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E9154-6948-438A-B7DC-16634D6E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3906B1F-EC5A-46AC-B843-781B079949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8190" y="4760913"/>
            <a:ext cx="5352035" cy="1149350"/>
          </a:xfrm>
        </p:spPr>
        <p:txBody>
          <a:bodyPr/>
          <a:lstStyle>
            <a:lvl1pPr marL="0" indent="0">
              <a:buNone/>
              <a:defRPr>
                <a:latin typeface="Trajan Pro 3" panose="02020502050503020301" pitchFamily="18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767827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E88B-8104-4E18-89BD-E3613CC8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NeueHaasGroteskDisp Pro Blk" panose="020B0A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ADF4C-21DA-442D-B3F4-4DF66FF87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rajan Pro 3" panose="02020502050503020301" pitchFamily="18" charset="0"/>
              </a:defRPr>
            </a:lvl1pPr>
            <a:lvl2pPr>
              <a:defRPr>
                <a:latin typeface="Trajan Pro 3" panose="02020502050503020301" pitchFamily="18" charset="0"/>
              </a:defRPr>
            </a:lvl2pPr>
            <a:lvl3pPr>
              <a:defRPr>
                <a:latin typeface="Trajan Pro 3" panose="02020502050503020301" pitchFamily="18" charset="0"/>
              </a:defRPr>
            </a:lvl3pPr>
            <a:lvl4pPr>
              <a:defRPr>
                <a:latin typeface="Trajan Pro 3" panose="02020502050503020301" pitchFamily="18" charset="0"/>
              </a:defRPr>
            </a:lvl4pPr>
            <a:lvl5pPr>
              <a:defRPr>
                <a:latin typeface="Trajan Pro 3" panose="02020502050503020301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A4FAE-00F8-414D-ADC8-24739069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78B25-E32B-48B8-AECF-2C44C27A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5A709-955C-44CA-A5D3-CD6604BD6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80F66A-FE33-4674-BB0A-69AB9E31D9D2}"/>
              </a:ext>
            </a:extLst>
          </p:cNvPr>
          <p:cNvSpPr/>
          <p:nvPr userDrawn="1"/>
        </p:nvSpPr>
        <p:spPr>
          <a:xfrm>
            <a:off x="2655216" y="0"/>
            <a:ext cx="6881567" cy="6858000"/>
          </a:xfrm>
          <a:prstGeom prst="rect">
            <a:avLst/>
          </a:prstGeom>
          <a:blipFill dpi="0" rotWithShape="1">
            <a:blip r:embed="rId2">
              <a:alphaModFix amt="3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8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C051E-49AD-4DA8-A316-8470170F6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33817-ACB0-44F1-BE58-137D73F83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BFBFF-1B65-4020-BAD6-1809AEAAE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F8496-6D6C-41AE-B931-CF34A7A5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8FBF2-5F08-42CC-8234-DF4EA629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74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185F-6FF7-431F-B0D3-D9D7E5606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5FFF4-4B31-48BC-A879-F9453A849E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2B826-7014-4596-A10F-69731DB0F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DA202-B3BD-49B2-A15B-FBDD0313E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7F04C-BCA8-41D7-8E24-7468564B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2B210-E44F-412B-9DF8-42C67F6D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6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5D5C6-B4F6-4C7D-872D-2CA6DF7F4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315D9-B619-4EFB-A5FC-90160A08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26709-60C2-4E23-AFB6-A3DC42DF4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167FAF-E042-4326-AA62-540113250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257A6-0BF6-4404-9607-C156D27A7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2F85A-E08A-4FA3-941D-BFC94622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A7603-FE47-4CE4-A010-7515804A7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181F2-68B8-4B71-86ED-6BCC63D0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4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2418-C752-4C61-B606-3AF35015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7F84A-C59F-48DA-8010-4CC999EA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8E3203-58E4-4D56-B572-F35C657E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E0989-AB25-47BF-B940-3475B30A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10059-58B7-4CEC-B09D-1F99E0F8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31E04-39C3-486E-9B19-3E452C7D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7EA6A-2D46-41DB-8FF0-95C3F5E9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8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A460-96FC-412D-A2D3-76969B4D1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A6391-3638-466B-B274-A3A751536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CD7F6-C1E0-4FC5-87F2-7F2F0CECF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5462C-1253-4E50-A94B-88172137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6530E-3EF3-413C-96A3-D9CDBBF4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B6B8F-CBF9-49B8-B806-B050632E3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1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0E3F-23CB-48D1-BB1F-FB1BCE119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26FAE3-5873-4C76-BE80-7A75FF60F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37BA1-6B23-4EBC-A4F6-A8D8E91D7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46858-C756-4B8C-801F-D3D2F3F2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96725-7811-441B-8DFC-7711DCB67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D4420-1864-418A-9DFE-1A2538BA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8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B998-F3B4-468F-B99C-72CCBE79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8B0F2-6D54-4E13-A22C-7132F4205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88742-0B03-4D66-AE33-B88ADF60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F0D8B-E059-4357-8C7B-174118FB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88B5B-4395-44C5-A7AE-B7862FB3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0470D-E7FC-43C0-BB44-D6D754754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9F9CD-B063-4092-A668-8313F0C4E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6557-5BDD-45A3-B940-38A97736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ADB63-3F12-4788-8357-286A87D1D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074EB-1FDA-4196-8705-4DB6CDEE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0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7B1F7F-874A-473E-A2AA-579764124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414C7-3349-4CDA-9B0F-B63D29475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7DE5C-DF4C-41D5-9C13-46F1568D4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55ADB-5D24-4F89-A1B7-087C6276D1B3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918CC-D0B8-4214-9525-44CDEDF0A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C55BA-451A-443A-8CEF-A9583CF42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4A2B7-F7FC-47E1-B11A-A9165BE8A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476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jbott/RocketLeagueReplayPars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D428C5-C473-49CE-BC4C-C6B24E37F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7437" y="2522194"/>
            <a:ext cx="5492684" cy="1813612"/>
          </a:xfrm>
        </p:spPr>
        <p:txBody>
          <a:bodyPr/>
          <a:lstStyle/>
          <a:p>
            <a:r>
              <a:rPr lang="en-US" dirty="0"/>
              <a:t>Rocket League Data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27578-2DCD-485F-B368-4798407AC1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7437" y="4580379"/>
            <a:ext cx="5492684" cy="1149350"/>
          </a:xfrm>
        </p:spPr>
        <p:txBody>
          <a:bodyPr>
            <a:normAutofit/>
          </a:bodyPr>
          <a:lstStyle/>
          <a:p>
            <a:r>
              <a:rPr lang="en-US" dirty="0"/>
              <a:t>A Replay parser and analyzer by </a:t>
            </a:r>
            <a:r>
              <a:rPr lang="en-US" dirty="0" err="1"/>
              <a:t>ryan</a:t>
            </a:r>
            <a:r>
              <a:rPr lang="en-US" dirty="0"/>
              <a:t> </a:t>
            </a:r>
            <a:r>
              <a:rPr lang="en-US" dirty="0" err="1"/>
              <a:t>cameron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08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F135-A0C7-47B6-87F2-94C92BFC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7053-52C3-4E8F-BE4F-A61B8EFA2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the </a:t>
            </a:r>
            <a:r>
              <a:rPr lang="en-US" dirty="0" err="1"/>
              <a:t>c#</a:t>
            </a:r>
            <a:r>
              <a:rPr lang="en-US" dirty="0"/>
              <a:t> replay parser created by </a:t>
            </a:r>
            <a:r>
              <a:rPr lang="en-US" dirty="0" err="1"/>
              <a:t>jjbott</a:t>
            </a:r>
            <a:endParaRPr lang="en-US" dirty="0"/>
          </a:p>
          <a:p>
            <a:pPr lvl="1"/>
            <a:r>
              <a:rPr lang="en-US" dirty="0"/>
              <a:t>Managed and updated on </a:t>
            </a:r>
            <a:r>
              <a:rPr lang="en-US" dirty="0">
                <a:hlinkClick r:id="rId2"/>
              </a:rPr>
              <a:t>GitHub</a:t>
            </a:r>
            <a:endParaRPr lang="en-US" dirty="0"/>
          </a:p>
          <a:p>
            <a:r>
              <a:rPr lang="en-US" dirty="0"/>
              <a:t>This takes in a raw replay file from RL</a:t>
            </a:r>
          </a:p>
          <a:p>
            <a:r>
              <a:rPr lang="en-US" dirty="0"/>
              <a:t>Outputs a .json file that has all the info</a:t>
            </a:r>
          </a:p>
          <a:p>
            <a:r>
              <a:rPr lang="en-US" dirty="0"/>
              <a:t>Use python to read and analyze the data</a:t>
            </a:r>
          </a:p>
          <a:p>
            <a:pPr lvl="1"/>
            <a:r>
              <a:rPr lang="en-US" dirty="0"/>
              <a:t>Imports as a dictionary object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70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44AE-287D-4305-B493-7B2F6FFAB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Object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195F-AFBC-42AB-A09D-732B13721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  <a:p>
            <a:pPr lvl="1"/>
            <a:r>
              <a:rPr lang="en-US" dirty="0"/>
              <a:t>Goals – Goal times and who scores them</a:t>
            </a:r>
          </a:p>
          <a:p>
            <a:pPr lvl="1"/>
            <a:r>
              <a:rPr lang="en-US" dirty="0"/>
              <a:t>Highlights – goals and saves and their times</a:t>
            </a:r>
          </a:p>
          <a:p>
            <a:pPr lvl="1"/>
            <a:r>
              <a:rPr lang="en-US" dirty="0" err="1"/>
              <a:t>PlayerStats</a:t>
            </a:r>
            <a:r>
              <a:rPr lang="en-US" dirty="0"/>
              <a:t> – Player info and their stat lines</a:t>
            </a:r>
          </a:p>
          <a:p>
            <a:r>
              <a:rPr lang="en-US" dirty="0"/>
              <a:t>Levels – Field and Map info for rendering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782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E6994-9CB8-419B-997B-518B2885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Frames – Python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5C04A-7994-486E-82BC-EEADF295B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frame is a python dictionary that contains:</a:t>
            </a:r>
          </a:p>
          <a:p>
            <a:r>
              <a:rPr lang="en-US" dirty="0"/>
              <a:t>Time – obvious</a:t>
            </a:r>
          </a:p>
          <a:p>
            <a:r>
              <a:rPr lang="en-US" dirty="0" err="1"/>
              <a:t>ActorUpdates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53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F51D1-97BE-4FB5-9F05-5659FD5FF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Replay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42022-C24D-4B08-8CD8-9AAD18429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some sort of plugin to ballchasing.com that immediately deletes certain sets of replays based on a python script that is also talking to the replay folder on the </a:t>
            </a:r>
            <a:r>
              <a:rPr lang="en-US"/>
              <a:t>hard drive?</a:t>
            </a:r>
          </a:p>
        </p:txBody>
      </p:sp>
    </p:spTree>
    <p:extLst>
      <p:ext uri="{BB962C8B-B14F-4D97-AF65-F5344CB8AC3E}">
        <p14:creationId xmlns:p14="http://schemas.microsoft.com/office/powerpoint/2010/main" val="6932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149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NeueHaasGroteskDisp Pro Blk</vt:lpstr>
      <vt:lpstr>Trajan Pro 3</vt:lpstr>
      <vt:lpstr>Office Theme</vt:lpstr>
      <vt:lpstr>Rocket League Data Analysis</vt:lpstr>
      <vt:lpstr>Background</vt:lpstr>
      <vt:lpstr>Python Object Contents</vt:lpstr>
      <vt:lpstr>Frames – Python List</vt:lpstr>
      <vt:lpstr>Possible Replay Thoughts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Cameron</dc:creator>
  <cp:lastModifiedBy>Ryan Thomas Cameron</cp:lastModifiedBy>
  <cp:revision>7</cp:revision>
  <dcterms:created xsi:type="dcterms:W3CDTF">2020-04-25T04:48:12Z</dcterms:created>
  <dcterms:modified xsi:type="dcterms:W3CDTF">2020-07-23T17:18:07Z</dcterms:modified>
</cp:coreProperties>
</file>